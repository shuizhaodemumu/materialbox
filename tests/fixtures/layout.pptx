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MaterialBox editable presentation</a:t>
            </a:r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18288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Dragon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